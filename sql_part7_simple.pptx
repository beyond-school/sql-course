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CTEs: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named step, like a sticky note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WITH name AS ( ... ) then use it like a table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Makes big queries easy to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WITH long_books AS (SELECT title, pages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 WHERE pages &gt;= 300)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SELECT * FROM long_books;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309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Multiple CTEs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Separate steps with commas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Only the first needs WITH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Later steps can use earlier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Recursive CTEs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Start row, then UNION ALL the next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WHERE condition says stop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Great for counting and calendars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WITH RECURSIVE n(x) AS (SELECT 1 UNION ALL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SELECT x + 1 FROM n WHERE x &lt; 5)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SELECT x FROM n;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1371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Correlated subqueries &amp;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Correlated: runs again for every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EXISTS: at least one match?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NOT EXISTS: no match at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title FROM books AS b WHERE NOT EXISTS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(SELECT 1 FROM loans AS 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WHERE l.book_id = b.id);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13716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Charlotte's Web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Coraline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8: views, indexes,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