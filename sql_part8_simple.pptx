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1.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 saved question with a name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Use it like a table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Always fresh: no copy of the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630936"/>
          </a:xfrm>
          <a:prstGeom prst="roundRect">
            <a:avLst/>
          </a:prstGeom>
          <a:solidFill>
            <a:srgbClr val="1E2234"/>
          </a:solidFill>
          <a:ln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SELECT * FROM open_loans;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231136"/>
          <a:ext cx="4114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loan_id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name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00AAA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Aisha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Wonder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Carlos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Harry Potter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Dog Man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Holes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AAA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2.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Like the index at the back of a book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CREATE INDEX name ON table(column)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Great for WHERE, JOIN and ORDER BY columns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371600"/>
            <a:ext cx="6035040" cy="1252728"/>
          </a:xfrm>
          <a:prstGeom prst="roundRect">
            <a:avLst/>
          </a:prstGeom>
          <a:solidFill>
            <a:srgbClr val="1E2234"/>
          </a:solidFill>
          <a:ln>
            <a:solidFill>
              <a:srgbClr val="FF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FFD63C"/>
                </a:solidFill>
                <a:latin typeface="Consolas"/>
              </a:rPr>
              <a:t>EXPLAIN QUERY PLAN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SELECT * FROM books</a:t>
            </a:r>
          </a:p>
          <a:p>
            <a:pPr algn="l"/>
            <a:r>
              <a:rPr sz="1600">
                <a:solidFill>
                  <a:srgbClr val="FFFFFF"/>
                </a:solidFill>
                <a:latin typeface="Consolas"/>
              </a:rPr>
              <a:t>WHERE author = 'Roald Dahl';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760720" y="2852928"/>
          <a:ext cx="54864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parent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notused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detail</a:t>
                      </a:r>
                    </a:p>
                  </a:txBody>
                  <a:tcPr>
                    <a:solidFill>
                      <a:srgbClr val="FF5A8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latin typeface="Calibri"/>
                        </a:rPr>
                        <a:t>SEARCH books USING INDEX idx_books_author (author=?)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5A82"/>
                </a:solidFill>
                <a:latin typeface="Calibri"/>
              </a:rPr>
              <a:t>SEARCH ... USING INDEX = fast!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3.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FF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BEGIN starts, COMMIT saves everything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All or nothing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ROLLBACK = the undo button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FF8C28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4. Constraints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825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PRIMARY KEY, FOREIGN KEY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NOT NULL, UNIQUE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CHECK (a test) and DEFAULT (a fallback value)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825ADC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FFD63C"/>
                </a:solidFill>
                <a:latin typeface="Calibri"/>
              </a:rPr>
              <a:t>5. Practice free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274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SQL Part 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109728"/>
          </a:xfrm>
          <a:prstGeom prst="rect">
            <a:avLst/>
          </a:prstGeom>
          <a:solidFill>
            <a:srgbClr val="28A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sqliteonline.com, db-fiddle.com, sqlime.org (choose SQLite)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sqlbolt.com for free lessons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Paste the setup from the practice guide, click Run</a:t>
            </a:r>
          </a:p>
          <a:p>
            <a:pPr>
              <a:spcAft>
                <a:spcPts val="600"/>
              </a:spcAft>
            </a:pPr>
            <a:r>
              <a:rPr sz="2100" b="0">
                <a:solidFill>
                  <a:srgbClr val="182048"/>
                </a:solidFill>
                <a:latin typeface="Calibri"/>
              </a:rPr>
              <a:t>• Next, Part 9: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8AA5A"/>
                </a:solidFill>
                <a:latin typeface="Calibri"/>
              </a:rPr>
              <a:t>Beyond School — Ready to learn in a fun way!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