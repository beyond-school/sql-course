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Subqueries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 question inside a question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Put it in ( round brackets 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 answers the inner one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title, pages FROM books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WHERE pages &gt; (SELECT AVG(pages)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books);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pages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309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CASE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If this, then that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Rules are checked in order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ELSE catches everything else; END closes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title, CASE WHEN pages &gt;= 300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THEN 'Long' ELSE 'Short' END AS size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Long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Matilda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Short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Long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Long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Short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Stack two results on top of each other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Same number of columns in both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UNION removes duplicates, UNION ALL keeps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name FROM members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SELECT author 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13716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Dav Pilkey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NULLs and COALESCE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NULL = missing / unknown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Find with IS NULL (never = NULL)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COALESCE fills in a backup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SELECT name,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COALESCE(email, 'no email yet') AS contact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FROM members;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contact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aisha@mail.com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no email yet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carlos@mail.com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no email yet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eli@mail.com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Text and date functions are in the practice guide too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5: INSERT, UPDATE, DELETE, CREATE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