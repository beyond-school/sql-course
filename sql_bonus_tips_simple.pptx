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1. Learn SQL in 10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Bonus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About 10 minutes each, 100% free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Databases, grouping, joins, subqueries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Changing data, window functions, CTEs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Views and indexes, design, pet shop project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Start with Part 1 on Beyond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0AAAA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2. Clean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Bonus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AS gives short names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DISTINCT removes repeats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COALESCE replaces NULL with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1252728"/>
          </a:xfrm>
          <a:prstGeom prst="roundRect">
            <a:avLst/>
          </a:prstGeom>
          <a:solidFill>
            <a:srgbClr val="1E2234"/>
          </a:solidFill>
          <a:ln>
            <a:solidFill>
              <a:srgbClr val="FF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SELECT name,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COALESCE(email, 'no email yet') AS email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FROM members;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852928"/>
          <a:ext cx="27432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email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Aisha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aisha@mail.com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no email yet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Carlos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carlos@mail.com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Dana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no email yet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eli@mail.com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5A82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3. Smart filters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Bonus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LIKE: _ = one letter, % = anything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BETWEEN includes both ends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IN replaces many ORs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ORDER BY + LIMIT = top 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941832"/>
          </a:xfrm>
          <a:prstGeom prst="roundRect">
            <a:avLst/>
          </a:prstGeom>
          <a:solidFill>
            <a:srgbClr val="1E2234"/>
          </a:solidFill>
          <a:ln>
            <a:solidFill>
              <a:srgbClr val="FF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SELECT title, pages FROM books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ORDER BY pages DESC LIMIT 3;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542032"/>
          <a:ext cx="274320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FF8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pages</a:t>
                      </a:r>
                    </a:p>
                  </a:txBody>
                  <a:tcPr>
                    <a:solidFill>
                      <a:srgbClr val="FF8C2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Wonder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310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The Hobbit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310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Harry Potter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309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8C28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4. Avoid the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Bonus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Never = NULL, always IS NULL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Every selected column in GROUP BY (or in COUNT/MAX)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WHERE filters rows, HAVING filters groups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941832"/>
          </a:xfrm>
          <a:prstGeom prst="roundRect">
            <a:avLst/>
          </a:prstGeom>
          <a:solidFill>
            <a:srgbClr val="1E2234"/>
          </a:solidFill>
          <a:ln>
            <a:solidFill>
              <a:srgbClr val="82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SELECT name FROM members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WHERE email IS NULL;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542032"/>
          <a:ext cx="137160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825AD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Ben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Dana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825ADC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5. Work safe and fast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Bonus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28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Run SELECT with the same WHERE before UPDATE/DELETE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EXPLAIN QUERY PLAN shows SCAN vs SEARCH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CREATE INDEX on columns you search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WITH (CTE) names your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8AA5A"/>
                </a:solidFill>
                <a:latin typeface="Calibri"/>
              </a:rPr>
              <a:t>Questions? Ask in the comments! Beyond School - Ready to learn in a fun way!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