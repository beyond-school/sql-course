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1. Why many tables?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Store each fact only once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Separate shelves: books, members, loans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Linked together by ID numbers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630936"/>
          </a:xfrm>
          <a:prstGeom prst="roundRect">
            <a:avLst/>
          </a:prstGeom>
          <a:solidFill>
            <a:srgbClr val="1E2234"/>
          </a:solidFill>
          <a:ln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SELECT * FROM members;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231136"/>
          <a:ext cx="60350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/>
                <a:gridCol w="1207008"/>
                <a:gridCol w="1207008"/>
                <a:gridCol w="1207008"/>
                <a:gridCol w="1207008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member_id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city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joined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email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Aisha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Austin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2023-01-15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aisha@mail.com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Denver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2023-03-02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NULL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Carlos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Austin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2024-06-20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carlos@mail.com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Boston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2024-09-10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NULL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Denver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2025-02-01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eli@mail.com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0AAAA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2. Keys link the shelves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PRIMARY KEY = unique ID of each row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FOREIGN KEY = points to another table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Like a string between two shelves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941832"/>
          </a:xfrm>
          <a:prstGeom prst="roundRect">
            <a:avLst/>
          </a:prstGeom>
          <a:solidFill>
            <a:srgbClr val="1E2234"/>
          </a:solidFill>
          <a:ln>
            <a:solidFill>
              <a:srgbClr val="FF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SELECT loan_id, book_id, member_id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FROM loans;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542032"/>
          <a:ext cx="41148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loan_id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book_id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member_id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5A82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3. INNER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Connect two tables ON matching keys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Keeps only rows that match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Use table nicknames: loans AS 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1252728"/>
          </a:xfrm>
          <a:prstGeom prst="roundRect">
            <a:avLst/>
          </a:prstGeom>
          <a:solidFill>
            <a:srgbClr val="1E2234"/>
          </a:solidFill>
          <a:ln>
            <a:solidFill>
              <a:srgbClr val="FF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FFD63C"/>
                </a:solidFill>
                <a:latin typeface="Consolas"/>
              </a:rPr>
              <a:t>SELECT m.name, l.loan_date FROM loans AS l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nsolas"/>
              </a:rPr>
              <a:t>JOIN members AS m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nsolas"/>
              </a:rPr>
              <a:t>ON l.member_id = m.member_id;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852928"/>
          <a:ext cx="27432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FF8C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loan_date</a:t>
                      </a:r>
                    </a:p>
                  </a:txBody>
                  <a:tcPr>
                    <a:solidFill>
                      <a:srgbClr val="FF8C2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Aisha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2026-01-05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Aisha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2026-02-10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2026-01-20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Carlos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2026-03-01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Carlos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2026-04-02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8C28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4. LEFT JOIN + IS NULL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LEFT JOIN keeps everyone from the left table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No match? Columns become NULL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WHERE ... IS NULL finds who never did something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1563624"/>
          </a:xfrm>
          <a:prstGeom prst="roundRect">
            <a:avLst/>
          </a:prstGeom>
          <a:solidFill>
            <a:srgbClr val="1E2234"/>
          </a:solidFill>
          <a:ln>
            <a:solidFill>
              <a:srgbClr val="82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SELECT m.name FROM members AS m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LEFT JOIN loans AS l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ON m.member_id = l.member_id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WHERE l.loan_id IS NULL;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3163824"/>
          <a:ext cx="137160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825AD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Eli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825ADC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5. Practice free +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28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sqliteonline.com, db-fiddle.com, sqlime.org (choose SQLite)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sqlbolt.com for free lessons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Paste the setup from the practice guide, click Run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Next, Part 4: subqueries, CASE, UNION, NULLs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8AA5A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