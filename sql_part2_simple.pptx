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Counting with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COUNT(*) counts every row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Many rows squished into ONE answer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This is called an aggregate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COUNT(*) AS books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books;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137160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books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SUM, AVG, MIN,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SUM adds up a column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AVG = the average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MIN = smallest, MAX = biggest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The librarian with a calculator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SUM(pages), AVG(pages),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MIN(pages), MAX(pages) FROM books;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548640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SUM(pages)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AVG(pages)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MIN(pages)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MAX(pages)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249.5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GROUP BY = baskets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Drop each book into a basket by genre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Then count each basket separately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One result row per basket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genre, COUNT(*) AS books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books GROUP BY genre;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2743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genre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books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Classic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Comedy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Fantasy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Mystery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HAVING filters baskets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WHERE filters rows BEFORE grouping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HAVING filters groups AFTER counting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Rows first, groups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genre, COUNT(*) AS books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books GROUP BY genre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HAVING COUNT(*) &gt;= 2;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genre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books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Comedy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Fantasy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Practice free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sqliteonline.com, db-fiddle.com, sqlime.org (choose SQLite)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sqlbolt.com for free lessons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Paste the setup from the practice guide, click Run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Next, Part 3: JOINS, connecting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