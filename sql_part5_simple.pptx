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INSERT adds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INSERT INTO table VALUES (...)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One value per column, in order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Text in 'single quotes', numbers without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INSERT INTO books VALUES (9, 'The BFG',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'Roald Dahl', 1982, 'Fantasy', 208);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SELECT title FROM books WHERE id = 9;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13716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BFG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UPDATE changes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UPDATE table SET column = value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ALWAYS add WHERE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Check first with a SELECT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member_id, name, email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members WHERE member_id = 2;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41148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member_id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NULL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No WHERE = every row changes!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DELETE removes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DELETE FROM table WHERE ...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Run the same WHERE with SELECT first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Use the unique ID to be safe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* FROM loans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WHERE loan_id = 8;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603504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loan_id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book_id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member_id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loan_date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return_date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2026-05-15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NULL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CREATE TABLE with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Each column: name + data type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PRIMARY KEY, FOREIGN KEY (REFERENCES)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NOT NULL and UNIQUE keep bad data out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ALTER changes a table, DROP removes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Your playground is a safe place to practice changes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Mess up? Just run the setup again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6: window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