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1. Why design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Messy tables = repeated data and mistakes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Good design: each fact stored once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Normalization = simple tidy-table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0AAAA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2. 1NF, 2NF, 3NF in plain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FF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1NF: one value per cell (no lists)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2NF: depend on the WHOLE key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3NF: no middle-man columns (city to state)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941832"/>
          </a:xfrm>
          <a:prstGeom prst="roundRect">
            <a:avLst/>
          </a:prstGeom>
          <a:solidFill>
            <a:srgbClr val="1E2234"/>
          </a:solidFill>
          <a:ln>
            <a:solidFill>
              <a:srgbClr val="FF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FFD63C"/>
                </a:solidFill>
                <a:latin typeface="Consolas"/>
              </a:rPr>
              <a:t>SELECT m.name, c.state FROM members AS m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JOIN cities AS c ON m.city = c.city;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542032"/>
          <a:ext cx="274320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FF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state</a:t>
                      </a:r>
                    </a:p>
                  </a:txBody>
                  <a:tcPr>
                    <a:solidFill>
                      <a:srgbClr val="FF5A8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Aisha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Texas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Colorado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Carlos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Texas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Dana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Massachusetts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Eli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Colorado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5A82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3.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One-to-one: member and library card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One-to-many: FK on the many side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Many-to-many: needs a junction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8C28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4. ER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Boxes = tables, with their columns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Lines = relationships (1 to many)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Free tools: draw.io, dbdiagram.io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825ADC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5. Practice free +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28A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sqliteonline.com, db-fiddle.com, sqlime.org (choose SQLite)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sqlbolt.com for free lessons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Paste the setup from the practice guide, click Run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Next, Part 10: final project, a pet shop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8AA5A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