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Window functions: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GROUP BY squishes rows; windows keep every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OVER ( ) opens the window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Empty brackets = the whole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title, pages,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AVG(pages) OVER () AS avg_pages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41148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avg_pages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ROW_NUMBER, RANK, DENSE_RANK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ROW_NUMBER: 1, 2, 3, no ties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RANK: ties share, then skip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DENSE_RANK: ties share, no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title, pages,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RANK() OVER (ORDER BY pages DESC) AS rnk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41148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rnk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Dog 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PARTITION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separate race for each group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Numbering restarts at 1 in every group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Top 1 per group: wrap it and keep rn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genre, title, RANK() OVER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(PARTITION BY genre ORDER BY pages DESC) AS rnk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41148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rnk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Charlotte's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Dog 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Fantasy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Running totals, LAG &amp;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SUM / COUNT OVER (ORDER BY ...) = running total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LAG = previous row, LEAD = next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First / last row gives NULL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loan_date,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COUNT(*) OVER (ORDER BY loan_date) AS so_far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FROM loans;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loan_date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so_far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2026-01-20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2026-02-10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2026-04-02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7: CTEs (WITH), recursive queries,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